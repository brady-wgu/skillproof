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-1.mp4"/><Relationship Id="rId2" Type="http://schemas.microsoft.com/office/2007/relationships/media" Target="../media/media-1-1.mp4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6B1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WGU  ·  PROGRAM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394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student deserves their own path to mastery.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SkillProof is WGU's in-house AI coach — adaptive, LLM-driven practice with real-time feedback that closes skill gaps before high-stakes assessments.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828800" cy="1234440"/>
          </a:xfrm>
          <a:prstGeom prst="roundRect">
            <a:avLst>
              <a:gd name="adj" fmla="val 4444"/>
            </a:avLst>
          </a:prstGeom>
          <a:solidFill>
            <a:srgbClr val="0B2340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3794760"/>
            <a:ext cx="1783080" cy="1234440"/>
          </a:xfrm>
          <a:prstGeom prst="roundRect">
            <a:avLst>
              <a:gd name="adj" fmla="val 4444"/>
            </a:avLst>
          </a:prstGeom>
          <a:solidFill>
            <a:srgbClr val="0B2340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4840" y="3794760"/>
            <a:ext cx="1828800" cy="1234440"/>
          </a:xfrm>
          <a:prstGeom prst="roundRect">
            <a:avLst>
              <a:gd name="adj" fmla="val 4444"/>
            </a:avLst>
          </a:prstGeom>
          <a:solidFill>
            <a:srgbClr val="0B2340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9227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6B1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 </a:t>
            </a:r>
            <a:pPr indent="0" marL="0">
              <a:buNone/>
            </a:pPr>
            <a:r>
              <a:rPr lang="en-US" sz="1800" b="1" strike="sngStrike" dirty="0">
                <a:solidFill>
                  <a:srgbClr val="46B1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306824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cheaper for hosting 5,000 students than the tutoring vendor already in use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51760" y="39044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6B1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432511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 build. No vendor licensing, no added headcount.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39044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6B1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432511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running today, ready for every course at WGU.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SkillProof  ·  AI Coaching + Extensibility</a:t>
            </a:r>
            <a:endParaRPr lang="en-US" sz="105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903720" y="777240"/>
            <a:ext cx="5029200" cy="39290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2026-07-23T16:17:12Z</dcterms:created>
  <dcterms:modified xsi:type="dcterms:W3CDTF">2026-07-23T16:17:12Z</dcterms:modified>
</cp:coreProperties>
</file>